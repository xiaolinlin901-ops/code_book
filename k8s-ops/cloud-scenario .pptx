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6" userDrawn="1">
          <p15:clr>
            <a:srgbClr val="A4A3A4"/>
          </p15:clr>
        </p15:guide>
        <p15:guide id="2" pos="38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66"/>
        <p:guide pos="389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29410" y="1320165"/>
            <a:ext cx="2344420" cy="4703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54810" y="1354455"/>
            <a:ext cx="2345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VPC1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4524375" y="1320165"/>
            <a:ext cx="2387600" cy="47028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524375" y="1320165"/>
            <a:ext cx="231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VPC2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997710" y="1714500"/>
            <a:ext cx="1659255" cy="1146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Cluster1</a:t>
            </a:r>
            <a:endParaRPr lang="en-US" altLang="zh-CN"/>
          </a:p>
          <a:p>
            <a:r>
              <a:rPr lang="zh-CN" altLang="en-US"/>
              <a:t>隧道网络</a:t>
            </a:r>
            <a:endParaRPr lang="en-US" altLang="zh-CN"/>
          </a:p>
          <a:p>
            <a:r>
              <a:rPr lang="en-US" altLang="zh-CN"/>
              <a:t>svc</a:t>
            </a:r>
            <a:endParaRPr lang="en-US" altLang="zh-CN"/>
          </a:p>
          <a:p>
            <a:r>
              <a:rPr lang="en-US" altLang="zh-CN"/>
              <a:t>pod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787265" y="1714500"/>
            <a:ext cx="1659255" cy="1146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Cluster1</a:t>
            </a:r>
            <a:endParaRPr lang="en-US" altLang="zh-CN"/>
          </a:p>
          <a:p>
            <a:r>
              <a:rPr lang="zh-CN" altLang="en-US">
                <a:sym typeface="+mn-ea"/>
              </a:rPr>
              <a:t>隧道网络</a:t>
            </a:r>
            <a:endParaRPr lang="en-US" altLang="zh-CN"/>
          </a:p>
          <a:p>
            <a:r>
              <a:rPr lang="en-US" altLang="zh-CN"/>
              <a:t>svc</a:t>
            </a:r>
            <a:endParaRPr lang="en-US" altLang="zh-CN"/>
          </a:p>
          <a:p>
            <a:r>
              <a:rPr lang="en-US" altLang="zh-CN"/>
              <a:t>pod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971675" y="3157855"/>
            <a:ext cx="1659255" cy="1146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Cluster2</a:t>
            </a:r>
            <a:endParaRPr lang="en-US" altLang="zh-CN"/>
          </a:p>
          <a:p>
            <a:r>
              <a:rPr lang="en-US" altLang="zh-CN"/>
              <a:t>turbo</a:t>
            </a:r>
            <a:r>
              <a:rPr lang="zh-CN" altLang="en-US"/>
              <a:t>网络</a:t>
            </a:r>
            <a:endParaRPr lang="en-US" altLang="zh-CN"/>
          </a:p>
          <a:p>
            <a:r>
              <a:rPr lang="en-US" altLang="zh-CN"/>
              <a:t>svc</a:t>
            </a:r>
            <a:endParaRPr lang="en-US" altLang="zh-CN"/>
          </a:p>
          <a:p>
            <a:r>
              <a:rPr lang="en-US" altLang="zh-CN"/>
              <a:t>pod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4787265" y="3157855"/>
            <a:ext cx="1659255" cy="1146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Cluster2</a:t>
            </a:r>
            <a:endParaRPr lang="en-US" altLang="zh-CN"/>
          </a:p>
          <a:p>
            <a:r>
              <a:rPr lang="en-US" altLang="zh-CN"/>
              <a:t>turbor-net</a:t>
            </a:r>
            <a:endParaRPr lang="en-US" altLang="zh-CN"/>
          </a:p>
          <a:p>
            <a:r>
              <a:rPr lang="en-US" altLang="zh-CN"/>
              <a:t>svc</a:t>
            </a:r>
            <a:endParaRPr lang="en-US" altLang="zh-CN"/>
          </a:p>
          <a:p>
            <a:r>
              <a:rPr lang="en-US" altLang="zh-CN"/>
              <a:t>pod</a:t>
            </a:r>
            <a:endParaRPr lang="en-US" altLang="zh-CN"/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577455" y="336550"/>
            <a:ext cx="1143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10436860" y="2649855"/>
            <a:ext cx="1522730" cy="114681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public</a:t>
            </a:r>
            <a:endParaRPr lang="en-US" altLang="zh-CN"/>
          </a:p>
          <a:p>
            <a:pPr algn="ctr"/>
            <a:r>
              <a:rPr lang="en-US" altLang="zh-CN"/>
              <a:t>resource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654810" y="4601210"/>
            <a:ext cx="1774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server-node 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779905" y="5079365"/>
            <a:ext cx="164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other-service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4524375" y="4601210"/>
            <a:ext cx="2146300" cy="478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server-node 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524375" y="5079365"/>
            <a:ext cx="1659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other-service</a:t>
            </a:r>
            <a:endParaRPr lang="zh-CN" altLang="en-US"/>
          </a:p>
        </p:txBody>
      </p:sp>
      <p:cxnSp>
        <p:nvCxnSpPr>
          <p:cNvPr id="19" name="直接连接符 18"/>
          <p:cNvCxnSpPr>
            <a:stCxn id="17" idx="3"/>
            <a:endCxn id="5" idx="2"/>
          </p:cNvCxnSpPr>
          <p:nvPr/>
        </p:nvCxnSpPr>
        <p:spPr>
          <a:xfrm flipV="1">
            <a:off x="6670675" y="3223260"/>
            <a:ext cx="3766185" cy="16173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8475345" y="35680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EIP </a:t>
            </a:r>
            <a:endParaRPr lang="en-US" altLang="zh-CN"/>
          </a:p>
          <a:p>
            <a:endParaRPr lang="en-US" altLang="zh-CN"/>
          </a:p>
        </p:txBody>
      </p:sp>
      <p:cxnSp>
        <p:nvCxnSpPr>
          <p:cNvPr id="21" name="直接箭头连接符 20"/>
          <p:cNvCxnSpPr>
            <a:endCxn id="5" idx="2"/>
          </p:cNvCxnSpPr>
          <p:nvPr/>
        </p:nvCxnSpPr>
        <p:spPr>
          <a:xfrm flipV="1">
            <a:off x="5252085" y="3223260"/>
            <a:ext cx="5184775" cy="984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112000" y="322326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turbo</a:t>
            </a:r>
            <a:r>
              <a:rPr lang="zh-CN" altLang="en-US"/>
              <a:t>类型的</a:t>
            </a:r>
            <a:r>
              <a:rPr lang="en-US" altLang="zh-CN"/>
              <a:t>pod </a:t>
            </a:r>
            <a:endParaRPr lang="en-US" altLang="zh-CN"/>
          </a:p>
          <a:p>
            <a:r>
              <a:rPr lang="zh-CN" altLang="en-US"/>
              <a:t>可绑定</a:t>
            </a:r>
            <a:r>
              <a:rPr lang="en-US" altLang="zh-CN"/>
              <a:t>EIP 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4787265" y="1714500"/>
            <a:ext cx="1174115" cy="1257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881505" y="1722755"/>
            <a:ext cx="1174115" cy="12109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881505" y="3162300"/>
            <a:ext cx="1174115" cy="12109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784725" y="3157855"/>
            <a:ext cx="1174115" cy="12109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937885" y="2103755"/>
            <a:ext cx="117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subnet1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2970530" y="2228215"/>
            <a:ext cx="117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subnet1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5937885" y="3244850"/>
            <a:ext cx="117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subnet2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3055620" y="3402330"/>
            <a:ext cx="1174115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subnet2</a:t>
            </a:r>
            <a:endParaRPr lang="en-US" altLang="zh-CN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165" y="2097405"/>
            <a:ext cx="812800" cy="374650"/>
          </a:xfrm>
          <a:prstGeom prst="rect">
            <a:avLst/>
          </a:prstGeom>
        </p:spPr>
      </p:pic>
      <p:cxnSp>
        <p:nvCxnSpPr>
          <p:cNvPr id="32" name="直接箭头连接符 31"/>
          <p:cNvCxnSpPr>
            <a:stCxn id="27" idx="3"/>
            <a:endCxn id="31" idx="1"/>
          </p:cNvCxnSpPr>
          <p:nvPr/>
        </p:nvCxnSpPr>
        <p:spPr>
          <a:xfrm flipV="1">
            <a:off x="7112000" y="2284730"/>
            <a:ext cx="106616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31" idx="3"/>
          </p:cNvCxnSpPr>
          <p:nvPr/>
        </p:nvCxnSpPr>
        <p:spPr>
          <a:xfrm>
            <a:off x="8990965" y="2284730"/>
            <a:ext cx="1477010" cy="9010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9498330" y="2374265"/>
            <a:ext cx="593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EIP </a:t>
            </a:r>
            <a:endParaRPr lang="en-US" altLang="zh-CN"/>
          </a:p>
        </p:txBody>
      </p:sp>
      <p:cxnSp>
        <p:nvCxnSpPr>
          <p:cNvPr id="36" name="曲线连接符 35"/>
          <p:cNvCxnSpPr/>
          <p:nvPr/>
        </p:nvCxnSpPr>
        <p:spPr>
          <a:xfrm rot="16200000">
            <a:off x="4238625" y="-90805"/>
            <a:ext cx="34290" cy="2856865"/>
          </a:xfrm>
          <a:prstGeom prst="curvedConnector3">
            <a:avLst>
              <a:gd name="adj1" fmla="val 79537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3362960" y="810895"/>
            <a:ext cx="1946910" cy="150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对等连接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WPS 演示</Application>
  <PresentationFormat>宽屏</PresentationFormat>
  <Paragraphs>54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86130</cp:lastModifiedBy>
  <cp:revision>172</cp:revision>
  <dcterms:created xsi:type="dcterms:W3CDTF">2019-06-19T02:08:00Z</dcterms:created>
  <dcterms:modified xsi:type="dcterms:W3CDTF">2026-09-27T04:18:19Z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B6ADE5A890A94DFC8BFBC3DE8A6B8FA4_11</vt:lpwstr>
  </property>
</Properties>
</file>